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ncizar Sans Black" panose="020B0A02040300000003" pitchFamily="34" charset="0"/>
      <p:bold r:id="rId13"/>
      <p:boldItalic r:id="rId14"/>
    </p:embeddedFont>
    <p:embeddedFont>
      <p:font typeface="Ancizar Sans Light" panose="020B0502040300000003" pitchFamily="34" charset="0"/>
      <p:regular r:id="rId15"/>
      <p:bold r:id="rId16"/>
      <p:italic r:id="rId17"/>
      <p:boldItalic r:id="rId18"/>
    </p:embeddedFont>
    <p:embeddedFont>
      <p:font typeface="Ancizar Sans ExtraBold" panose="020B0902040300000003" pitchFamily="34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BWGTPGa/3w8YuCv/f1rqziaEn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522" y="5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11" name="Google Shape;11;p12" title="Recurso 2Traa.png"/>
          <p:cNvPicPr preferRelativeResize="0"/>
          <p:nvPr/>
        </p:nvPicPr>
        <p:blipFill rotWithShape="1">
          <a:blip r:embed="rId2">
            <a:alphaModFix/>
          </a:blip>
          <a:srcRect l="9295" t="26425" r="7235" b="30810"/>
          <a:stretch/>
        </p:blipFill>
        <p:spPr>
          <a:xfrm>
            <a:off x="1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2" title="Recurso 9Identificad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8603" y="1195475"/>
            <a:ext cx="2631875" cy="262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9099C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rgbClr val="1B1D48"/>
                </a:solidFill>
                <a:latin typeface="Ancizar Sans ExtraBold"/>
                <a:ea typeface="Ancizar Sans ExtraBold"/>
                <a:cs typeface="Ancizar Sans ExtraBold"/>
                <a:sym typeface="Ancizar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16" name="Google Shape;16;p13" title="Recurso 1UNA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5125" y="204450"/>
            <a:ext cx="516875" cy="2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3" title="Recurso 7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5" y="152400"/>
            <a:ext cx="659200" cy="658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3" title="Recurso 68.png"/>
          <p:cNvPicPr preferRelativeResize="0"/>
          <p:nvPr/>
        </p:nvPicPr>
        <p:blipFill rotWithShape="1">
          <a:blip r:embed="rId4">
            <a:alphaModFix amt="10000"/>
          </a:blip>
          <a:srcRect l="23180"/>
          <a:stretch/>
        </p:blipFill>
        <p:spPr>
          <a:xfrm flipH="1">
            <a:off x="6110950" y="2361702"/>
            <a:ext cx="3052100" cy="28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title"/>
          </p:nvPr>
        </p:nvSpPr>
        <p:spPr>
          <a:xfrm>
            <a:off x="952500" y="445025"/>
            <a:ext cx="74626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>
                <a:solidFill>
                  <a:srgbClr val="FD585D"/>
                </a:solidFill>
                <a:latin typeface="Ancizar Sans Black"/>
                <a:ea typeface="Ancizar Sans Black"/>
                <a:cs typeface="Ancizar Sans Black"/>
                <a:sym typeface="Ancizar Sans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1B1D48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1B1D48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24" name="Google Shape;24;p14" title="Recurso 1UNA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5125" y="204450"/>
            <a:ext cx="516875" cy="2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4" title="Recurso 2Identificad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659200" cy="65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4" title="Recurso 73.png"/>
          <p:cNvPicPr preferRelativeResize="0"/>
          <p:nvPr/>
        </p:nvPicPr>
        <p:blipFill rotWithShape="1">
          <a:blip r:embed="rId4">
            <a:alphaModFix amt="10000"/>
          </a:blip>
          <a:srcRect l="38170" r="1961" b="37403"/>
          <a:stretch/>
        </p:blipFill>
        <p:spPr>
          <a:xfrm rot="-5400000">
            <a:off x="6831839" y="2850387"/>
            <a:ext cx="2343151" cy="224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4" title="Recurso 810.png"/>
          <p:cNvPicPr preferRelativeResize="0"/>
          <p:nvPr/>
        </p:nvPicPr>
        <p:blipFill rotWithShape="1">
          <a:blip r:embed="rId5">
            <a:alphaModFix amt="10000"/>
          </a:blip>
          <a:srcRect l="10107"/>
          <a:stretch/>
        </p:blipFill>
        <p:spPr>
          <a:xfrm>
            <a:off x="0" y="4092951"/>
            <a:ext cx="3712202" cy="105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B1D48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1066800" y="445025"/>
            <a:ext cx="776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>
                <a:solidFill>
                  <a:srgbClr val="9099C2"/>
                </a:solidFill>
                <a:latin typeface="Ancizar Sans ExtraBold"/>
                <a:ea typeface="Ancizar Sans ExtraBold"/>
                <a:cs typeface="Ancizar Sans ExtraBold"/>
                <a:sym typeface="Ancizar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1" name="Google Shape;31;p15" title="Recurso 1UNA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5125" y="204450"/>
            <a:ext cx="516875" cy="2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5" title="Recurso 7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5" y="152400"/>
            <a:ext cx="659200" cy="658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5" title="JaguarSalmó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637" y="2393751"/>
            <a:ext cx="2958177" cy="2958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>
            <a:spLocks noGrp="1"/>
          </p:cNvSpPr>
          <p:nvPr>
            <p:ph type="title"/>
          </p:nvPr>
        </p:nvSpPr>
        <p:spPr>
          <a:xfrm>
            <a:off x="311700" y="7842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rgbClr val="9099C2"/>
                </a:solidFill>
                <a:latin typeface="Ancizar Sans ExtraBold"/>
                <a:ea typeface="Ancizar Sans ExtraBold"/>
                <a:cs typeface="Ancizar Sans ExtraBold"/>
                <a:sym typeface="Ancizar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1"/>
          </p:nvPr>
        </p:nvSpPr>
        <p:spPr>
          <a:xfrm>
            <a:off x="311700" y="16182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rgbClr val="1B1D48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8" name="Google Shape;38;p16" title="Recurso 1UNA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5125" y="204450"/>
            <a:ext cx="516875" cy="2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6" title="Recurso 45.png"/>
          <p:cNvPicPr preferRelativeResize="0"/>
          <p:nvPr/>
        </p:nvPicPr>
        <p:blipFill rotWithShape="1">
          <a:blip r:embed="rId3">
            <a:alphaModFix amt="10000"/>
          </a:blip>
          <a:srcRect r="47743" b="33479"/>
          <a:stretch/>
        </p:blipFill>
        <p:spPr>
          <a:xfrm>
            <a:off x="7321413" y="1924718"/>
            <a:ext cx="1822588" cy="321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6" title="Recurso 5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1150" y="122000"/>
            <a:ext cx="1431425" cy="4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FD585D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7" title="Recurso 27.png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0" y="0"/>
            <a:ext cx="9143998" cy="514557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392490" y="558217"/>
            <a:ext cx="844175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  <a:latin typeface="Ancizar Sans ExtraBold"/>
                <a:ea typeface="Ancizar Sans ExtraBold"/>
                <a:cs typeface="Ancizar Sans ExtraBold"/>
                <a:sym typeface="Ancizar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45" name="Google Shape;45;p17" title="Recurso 7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5" y="152400"/>
            <a:ext cx="659200" cy="658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7" title="Recurso 1UN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125" y="204450"/>
            <a:ext cx="516875" cy="2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1B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FD585D"/>
                </a:solidFill>
                <a:latin typeface="Ancizar Sans ExtraBold"/>
                <a:ea typeface="Ancizar Sans ExtraBold"/>
                <a:cs typeface="Ancizar Sans ExtraBold"/>
                <a:sym typeface="Ancizar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00">
                <a:solidFill>
                  <a:srgbClr val="1B1D48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lt1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3" name="Google Shape;53;p18" title="Recurso 1UNA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5125" y="204450"/>
            <a:ext cx="516875" cy="2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8" title="Recurso 5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50" y="122000"/>
            <a:ext cx="1431425" cy="43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8" title="Recurso 68.png"/>
          <p:cNvPicPr preferRelativeResize="0"/>
          <p:nvPr/>
        </p:nvPicPr>
        <p:blipFill rotWithShape="1">
          <a:blip r:embed="rId4">
            <a:alphaModFix amt="10000"/>
          </a:blip>
          <a:srcRect l="23659"/>
          <a:stretch/>
        </p:blipFill>
        <p:spPr>
          <a:xfrm flipH="1">
            <a:off x="6110950" y="2361702"/>
            <a:ext cx="3033050" cy="28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1B1D4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FD585D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9" name="Google Shape;59;p19" title="Recurso 1UNA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5125" y="204450"/>
            <a:ext cx="516875" cy="2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9" title="Recurso 7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5" y="169375"/>
            <a:ext cx="659200" cy="658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9" title="Manuel AncízarSalmó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6066000" y="1872450"/>
            <a:ext cx="3026674" cy="3298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000">
                <a:solidFill>
                  <a:srgbClr val="9099C2"/>
                </a:solidFill>
                <a:latin typeface="Ancizar Sans ExtraBold"/>
                <a:ea typeface="Ancizar Sans ExtraBold"/>
                <a:cs typeface="Ancizar Sans ExtraBold"/>
                <a:sym typeface="Ancizar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 dirty="0"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>
                <a:solidFill>
                  <a:srgbClr val="1B1D48"/>
                </a:solidFill>
                <a:latin typeface="Ancizar Sans Light"/>
                <a:ea typeface="Ancizar Sans Light"/>
                <a:cs typeface="Ancizar Sans Light"/>
                <a:sym typeface="Ancizar Sans Light"/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66" name="Google Shape;66;p20" title="Recurso 1UNA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5125" y="204450"/>
            <a:ext cx="516875" cy="2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0" title="Recurso 62.png"/>
          <p:cNvPicPr preferRelativeResize="0"/>
          <p:nvPr/>
        </p:nvPicPr>
        <p:blipFill rotWithShape="1">
          <a:blip r:embed="rId3">
            <a:alphaModFix amt="10000"/>
          </a:blip>
          <a:srcRect r="54083"/>
          <a:stretch/>
        </p:blipFill>
        <p:spPr>
          <a:xfrm>
            <a:off x="7227546" y="3634800"/>
            <a:ext cx="1925980" cy="15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0" title="Recurso 73.png"/>
          <p:cNvPicPr preferRelativeResize="0"/>
          <p:nvPr/>
        </p:nvPicPr>
        <p:blipFill rotWithShape="1">
          <a:blip r:embed="rId4">
            <a:alphaModFix amt="10000"/>
          </a:blip>
          <a:srcRect l="42224" b="42400"/>
          <a:stretch/>
        </p:blipFill>
        <p:spPr>
          <a:xfrm>
            <a:off x="9525" y="2736675"/>
            <a:ext cx="2657701" cy="24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0" title="Recurso 5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150" y="130488"/>
            <a:ext cx="1431425" cy="4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2" name="Google Shape;72;p21" title="Recurso 1Logo Simbolo Centra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09250" y="1684675"/>
            <a:ext cx="1525500" cy="177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title"/>
          </p:nvPr>
        </p:nvSpPr>
        <p:spPr>
          <a:xfrm>
            <a:off x="952500" y="445025"/>
            <a:ext cx="74626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87" name="Google Shape;8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>
            <a:spLocks noGrp="1"/>
          </p:cNvSpPr>
          <p:nvPr>
            <p:ph type="title"/>
          </p:nvPr>
        </p:nvSpPr>
        <p:spPr>
          <a:xfrm>
            <a:off x="1066800" y="445025"/>
            <a:ext cx="776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>
            <a:spLocks noGrp="1"/>
          </p:cNvSpPr>
          <p:nvPr>
            <p:ph type="title"/>
          </p:nvPr>
        </p:nvSpPr>
        <p:spPr>
          <a:xfrm>
            <a:off x="311700" y="7842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99" name="Google Shape;99;p5"/>
          <p:cNvSpPr txBox="1">
            <a:spLocks noGrp="1"/>
          </p:cNvSpPr>
          <p:nvPr>
            <p:ph type="body" idx="1"/>
          </p:nvPr>
        </p:nvSpPr>
        <p:spPr>
          <a:xfrm>
            <a:off x="311700" y="16182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44175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Ancizar Sans Black</vt:lpstr>
      <vt:lpstr>Ancizar Sans Light</vt:lpstr>
      <vt:lpstr>Ancizar Sans ExtraBold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Imgenun_nal</dc:creator>
  <cp:lastModifiedBy>UC-PC</cp:lastModifiedBy>
  <cp:revision>1</cp:revision>
  <dcterms:modified xsi:type="dcterms:W3CDTF">2026-10-09T19:52:56Z</dcterms:modified>
</cp:coreProperties>
</file>